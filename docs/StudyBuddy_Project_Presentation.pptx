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StudyBuddy Learning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Explanation &amp;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Project Name &amp;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Name: StudyBuddy Learning Platform</a:t>
            </a:r>
          </a:p>
          <a:p>
            <a:r>
              <a:t>Goal: To create a secure, feature-rich online learning environment combining rich-text note-taking, real-time community interaction, and deeply secure assessment systems augmented by artificial intelligence.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What Problem Does It Solve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online learning often requires fragmented tools (one app for notes, one for chat, one for taking tests). StudyBuddy consolidates these functionalities into a single coherent ecosystem, solving the context-switching fatigue for students and enhancing exam security for educators.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Your Role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Software Engineer / Full Stack Developer</a:t>
            </a:r>
          </a:p>
          <a:p>
            <a:r>
              <a:t>Acted as the sole architect for both the frontend (React/Vite) and backend schema (Supabase), managing database modeling, UI/UX design, real-time socket connections, and integration of the Gemini AI API.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Frontend: React 18, Vite, React Router, Tailwind CSS 4</a:t>
            </a:r>
          </a:p>
          <a:p>
            <a:r>
              <a:t>• Backend &amp; Database: Supabase (PostgreSQL, Realtime WebSockets, Authentication)</a:t>
            </a:r>
          </a:p>
          <a:p>
            <a:r>
              <a:t>• Rich Text &amp; Media: TipTap Editor, Recharts, html2pdf.js</a:t>
            </a:r>
          </a:p>
          <a:p>
            <a:r>
              <a:t>• Artificial Intelligence: Google Gemini GenAI SDK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Secure Testing Engine: Fullscreen API lockdown, Tab-switching detection, and Server-synced countdown timers.</a:t>
            </a:r>
          </a:p>
          <a:p>
            <a:r>
              <a:t>• TipTap 'MyNotes': A highly capable rich-text processing suite supporting tables, highlights, and direct PDF exports.</a:t>
            </a:r>
          </a:p>
          <a:p>
            <a:r>
              <a:t>• Community Hub: Real-time bi-directional study groups and direct messaging powered by WebSockets.</a:t>
            </a:r>
          </a:p>
          <a:p>
            <a:r>
              <a:t>• Study Assistant AI: Context-aware AI bot capable of formatted markdown streaming.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Challenge +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Challenge 1: Tracking student cheating and ensuring testing integrity strictly through a web browser.</a:t>
            </a:r>
          </a:p>
          <a:p>
            <a:r>
              <a:t>Solution: Implemented native browser APIs (visibilitychange and Fullscreen). The wrapper actively listens for backgrounding events; accumulating 3 warnings forces an automatic secure test submission.</a:t>
            </a:r>
          </a:p>
          <a:p>
            <a:r>
              <a:t>Challenge 2: State lag during massive assessment creations.</a:t>
            </a:r>
          </a:p>
          <a:p>
            <a:r>
              <a:t>Solution: Converted complex questionnaire builder forms from standard useState to a deep useReducer pattern, preventing React from dropping frames during huge re-renders.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Results /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Successfully delivered a hardened, complex real-time application with zero active compiler errors.</a:t>
            </a:r>
          </a:p>
          <a:p>
            <a:r>
              <a:t>• Mastered advanced PostgreSQL Row-Level Security (RLS) policies for scaling multi-tenant data safely.</a:t>
            </a:r>
          </a:p>
          <a:p>
            <a:r>
              <a:t>• Gained deep, practical experience implementing headless UI architectures and streaming response protocols.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